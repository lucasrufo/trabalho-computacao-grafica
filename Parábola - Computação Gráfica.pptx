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ld Standard TT"/>
      <p:regular r:id="rId14"/>
      <p:bold r:id="rId15"/>
      <p: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ldStandardTT-bold.fntdata"/><Relationship Id="rId14" Type="http://schemas.openxmlformats.org/officeDocument/2006/relationships/font" Target="fonts/OldStandardTT-regular.fntdata"/><Relationship Id="rId16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a8f46f4f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a8f46f4f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a8f46f4fc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a8f46f4fc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2a8f46f4fc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2a8f46f4fc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2a8f46f4fc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2a8f46f4fc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2a8f46f4fc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2a8f46f4fc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a8f46f4fc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a8f46f4fc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a8f46f4fc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2a8f46f4fc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Parábola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Lucas Rufo de Oliveira, 57939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uma parábola?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A definição diz que uma parábola é formada a partir da interseção de um plano com a superfície lateral de um cone, de forma paralela a uma geratriz.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6538" y="2237875"/>
            <a:ext cx="2330925" cy="23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Elementos de uma Parábola	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Vértice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Foco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Comprimento focal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Lado reto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Diretriz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Eixo</a:t>
            </a:r>
            <a:endParaRPr sz="2400"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750" y="1171588"/>
            <a:ext cx="3111875" cy="250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Aplicações da Parábola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Farol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 de um carro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Antenas Parabólicas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Lanternas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150" y="1171596"/>
            <a:ext cx="3818650" cy="254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488" y="2467563"/>
            <a:ext cx="383857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com Java e OpenGL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71600"/>
            <a:ext cx="60297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Utiliza o modo GL_TRIANGLE_FAN, que é basicamente um conjunto de triângulos conectados por um mesmo vértice.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As propriedades principais são definidas nas 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variáveis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: Foco_Parabola, Termino_da_Parabola, Numero_Triangulos_Parabola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6275" y="1171600"/>
            <a:ext cx="2416025" cy="229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Código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8839200" cy="3461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Rotação em torno do eixo Z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Na aplicação a parábola está executando uma rotação em torno do eixo Z infinitamente.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250" y="1651829"/>
            <a:ext cx="6019500" cy="30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 parábola está presente no nosso dia-a-dia, por mais que a gente não consiga notar.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O estudo é importante para resolver problemas similares.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